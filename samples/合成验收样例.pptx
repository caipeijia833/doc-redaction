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533400"/>
            <a:ext cx="7874000" cy="9144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智能文档脱敏合成验收样例</a:t>
            </a:r>
            <a:endParaRPr lang="zh-CN"/>
          </a:p>
        </p:txBody>
      </p:sp>
      <p:sp>
        <p:nvSpPr>
          <p:cNvPr name="TextBox 3" id="3"/>
          <p:cNvSpPr txBox="true"/>
          <p:nvPr/>
        </p:nvSpPr>
        <p:spPr>
          <a:xfrm>
            <a:off x="609600" y="1778000"/>
            <a:ext cx="7874000" cy="330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【完全合成测试数据，不对应任何真实个人、企业或案件】</a:t>
            </a:r>
          </a:p>
          <a:p>
            <a:pPr algn="l">
              <a:defRPr/>
            </a:pPr>
            <a:r>
              <a:rPr lang="en-US"/>
              <a:t>姓名：测试丙</a:t>
            </a:r>
          </a:p>
          <a:p>
            <a:pPr algn="l">
              <a:defRPr/>
            </a:pPr>
            <a:r>
              <a:rPr lang="en-US"/>
              <a:t>手机：13800138000</a:t>
            </a:r>
          </a:p>
          <a:p>
            <a:pPr algn="l">
              <a:defRPr/>
            </a:pPr>
            <a:r>
              <a:rPr lang="en-US"/>
              <a:t>邮箱：synthetic.user@example.com</a:t>
            </a:r>
          </a:p>
          <a:p>
            <a:pPr algn="l">
              <a:defRPr/>
            </a:pPr>
            <a:r>
              <a:rPr lang="en-US"/>
              <a:t>地址：测试省测试市演示区演示路3号</a:t>
            </a:r>
          </a:p>
          <a:p>
            <a:pPr algn="l">
              <a:defRPr/>
            </a:pPr>
            <a:r>
              <a:rPr lang="en-US"/>
              <a:t>单位：测试脱敏科技有限公司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creator>合成样例生成器</dc:creator>
  <dcterms:modified xsi:type="dcterms:W3CDTF">2011-08-01T06:04:30Z</dcterms:modified>
  <cp:revision>1</cp:revision>
</cp:coreProperties>
</file>